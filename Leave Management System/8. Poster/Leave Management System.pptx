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21945600" cy="43891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24" userDrawn="1">
          <p15:clr>
            <a:srgbClr val="A4A3A4"/>
          </p15:clr>
        </p15:guide>
        <p15:guide id="2" pos="69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AAA6"/>
    <a:srgbClr val="26CEDE"/>
    <a:srgbClr val="F0DB4F"/>
    <a:srgbClr val="1572B6"/>
    <a:srgbClr val="33A9DC"/>
    <a:srgbClr val="FF5252"/>
    <a:srgbClr val="73640D"/>
    <a:srgbClr val="CC00CC"/>
    <a:srgbClr val="9966FF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39" autoAdjust="0"/>
    <p:restoredTop sz="94660"/>
  </p:normalViewPr>
  <p:slideViewPr>
    <p:cSldViewPr snapToGrid="0">
      <p:cViewPr>
        <p:scale>
          <a:sx n="30" d="100"/>
          <a:sy n="30" d="100"/>
        </p:scale>
        <p:origin x="1954" y="-2798"/>
      </p:cViewPr>
      <p:guideLst>
        <p:guide orient="horz" pos="13824"/>
        <p:guide pos="6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5920" y="7183123"/>
            <a:ext cx="18653760" cy="15280640"/>
          </a:xfrm>
        </p:spPr>
        <p:txBody>
          <a:bodyPr anchor="b"/>
          <a:lstStyle>
            <a:lvl1pPr algn="ctr">
              <a:defRPr sz="1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23053043"/>
            <a:ext cx="16459200" cy="10596877"/>
          </a:xfrm>
        </p:spPr>
        <p:txBody>
          <a:bodyPr/>
          <a:lstStyle>
            <a:lvl1pPr marL="0" indent="0" algn="ctr">
              <a:buNone/>
              <a:defRPr sz="5760"/>
            </a:lvl1pPr>
            <a:lvl2pPr marL="1097280" indent="0" algn="ctr">
              <a:buNone/>
              <a:defRPr sz="4800"/>
            </a:lvl2pPr>
            <a:lvl3pPr marL="2194560" indent="0" algn="ctr">
              <a:buNone/>
              <a:defRPr sz="4320"/>
            </a:lvl3pPr>
            <a:lvl4pPr marL="3291840" indent="0" algn="ctr">
              <a:buNone/>
              <a:defRPr sz="3840"/>
            </a:lvl4pPr>
            <a:lvl5pPr marL="4389120" indent="0" algn="ctr">
              <a:buNone/>
              <a:defRPr sz="3840"/>
            </a:lvl5pPr>
            <a:lvl6pPr marL="5486400" indent="0" algn="ctr">
              <a:buNone/>
              <a:defRPr sz="3840"/>
            </a:lvl6pPr>
            <a:lvl7pPr marL="6583680" indent="0" algn="ctr">
              <a:buNone/>
              <a:defRPr sz="3840"/>
            </a:lvl7pPr>
            <a:lvl8pPr marL="7680960" indent="0" algn="ctr">
              <a:buNone/>
              <a:defRPr sz="3840"/>
            </a:lvl8pPr>
            <a:lvl9pPr marL="8778240" indent="0" algn="ctr">
              <a:buNone/>
              <a:defRPr sz="38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ABCA9-7175-4547-B64E-61654353C671}" type="datetimeFigureOut">
              <a:rPr lang="en-US" smtClean="0"/>
              <a:t>03/09/2026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FD752-0B29-4E5D-A6D1-0062E0426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613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ABCA9-7175-4547-B64E-61654353C671}" type="datetimeFigureOut">
              <a:rPr lang="en-US" smtClean="0"/>
              <a:t>03/09/2026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FD752-0B29-4E5D-A6D1-0062E0426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989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7331" y="10942333"/>
            <a:ext cx="18928080" cy="18257517"/>
          </a:xfrm>
        </p:spPr>
        <p:txBody>
          <a:bodyPr anchor="b"/>
          <a:lstStyle>
            <a:lvl1pPr>
              <a:defRPr sz="1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7331" y="29372573"/>
            <a:ext cx="18928080" cy="9601197"/>
          </a:xfrm>
        </p:spPr>
        <p:txBody>
          <a:bodyPr/>
          <a:lstStyle>
            <a:lvl1pPr marL="0" indent="0">
              <a:buNone/>
              <a:defRPr sz="5760">
                <a:solidFill>
                  <a:schemeClr val="tx1"/>
                </a:solidFill>
              </a:defRPr>
            </a:lvl1pPr>
            <a:lvl2pPr marL="109728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2pPr>
            <a:lvl3pPr marL="2194560" indent="0">
              <a:buNone/>
              <a:defRPr sz="4320">
                <a:solidFill>
                  <a:schemeClr val="tx1">
                    <a:tint val="75000"/>
                  </a:schemeClr>
                </a:solidFill>
              </a:defRPr>
            </a:lvl3pPr>
            <a:lvl4pPr marL="329184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4pPr>
            <a:lvl5pPr marL="438912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5pPr>
            <a:lvl6pPr marL="548640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6pPr>
            <a:lvl7pPr marL="658368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7pPr>
            <a:lvl8pPr marL="768096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8pPr>
            <a:lvl9pPr marL="877824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ABCA9-7175-4547-B64E-61654353C671}" type="datetimeFigureOut">
              <a:rPr lang="en-US" smtClean="0"/>
              <a:t>03/09/2026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FD752-0B29-4E5D-A6D1-0062E0426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671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8760" y="11684000"/>
            <a:ext cx="9326880" cy="27848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09960" y="11684000"/>
            <a:ext cx="9326880" cy="27848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ABCA9-7175-4547-B64E-61654353C671}" type="datetimeFigureOut">
              <a:rPr lang="en-US" smtClean="0"/>
              <a:t>03/09/2026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FD752-0B29-4E5D-A6D1-0062E0426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498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8" y="2336810"/>
            <a:ext cx="18928080" cy="848360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1621" y="10759443"/>
            <a:ext cx="9284016" cy="5273037"/>
          </a:xfrm>
        </p:spPr>
        <p:txBody>
          <a:bodyPr anchor="b"/>
          <a:lstStyle>
            <a:lvl1pPr marL="0" indent="0">
              <a:buNone/>
              <a:defRPr sz="5760" b="1"/>
            </a:lvl1pPr>
            <a:lvl2pPr marL="1097280" indent="0">
              <a:buNone/>
              <a:defRPr sz="4800" b="1"/>
            </a:lvl2pPr>
            <a:lvl3pPr marL="2194560" indent="0">
              <a:buNone/>
              <a:defRPr sz="4320" b="1"/>
            </a:lvl3pPr>
            <a:lvl4pPr marL="3291840" indent="0">
              <a:buNone/>
              <a:defRPr sz="3840" b="1"/>
            </a:lvl4pPr>
            <a:lvl5pPr marL="4389120" indent="0">
              <a:buNone/>
              <a:defRPr sz="3840" b="1"/>
            </a:lvl5pPr>
            <a:lvl6pPr marL="5486400" indent="0">
              <a:buNone/>
              <a:defRPr sz="3840" b="1"/>
            </a:lvl6pPr>
            <a:lvl7pPr marL="6583680" indent="0">
              <a:buNone/>
              <a:defRPr sz="3840" b="1"/>
            </a:lvl7pPr>
            <a:lvl8pPr marL="7680960" indent="0">
              <a:buNone/>
              <a:defRPr sz="3840" b="1"/>
            </a:lvl8pPr>
            <a:lvl9pPr marL="8778240" indent="0">
              <a:buNone/>
              <a:defRPr sz="3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1621" y="16032480"/>
            <a:ext cx="9284016" cy="2358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109961" y="10759443"/>
            <a:ext cx="9329738" cy="5273037"/>
          </a:xfrm>
        </p:spPr>
        <p:txBody>
          <a:bodyPr anchor="b"/>
          <a:lstStyle>
            <a:lvl1pPr marL="0" indent="0">
              <a:buNone/>
              <a:defRPr sz="5760" b="1"/>
            </a:lvl1pPr>
            <a:lvl2pPr marL="1097280" indent="0">
              <a:buNone/>
              <a:defRPr sz="4800" b="1"/>
            </a:lvl2pPr>
            <a:lvl3pPr marL="2194560" indent="0">
              <a:buNone/>
              <a:defRPr sz="4320" b="1"/>
            </a:lvl3pPr>
            <a:lvl4pPr marL="3291840" indent="0">
              <a:buNone/>
              <a:defRPr sz="3840" b="1"/>
            </a:lvl4pPr>
            <a:lvl5pPr marL="4389120" indent="0">
              <a:buNone/>
              <a:defRPr sz="3840" b="1"/>
            </a:lvl5pPr>
            <a:lvl6pPr marL="5486400" indent="0">
              <a:buNone/>
              <a:defRPr sz="3840" b="1"/>
            </a:lvl6pPr>
            <a:lvl7pPr marL="6583680" indent="0">
              <a:buNone/>
              <a:defRPr sz="3840" b="1"/>
            </a:lvl7pPr>
            <a:lvl8pPr marL="7680960" indent="0">
              <a:buNone/>
              <a:defRPr sz="3840" b="1"/>
            </a:lvl8pPr>
            <a:lvl9pPr marL="8778240" indent="0">
              <a:buNone/>
              <a:defRPr sz="3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109961" y="16032480"/>
            <a:ext cx="9329738" cy="2358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ABCA9-7175-4547-B64E-61654353C671}" type="datetimeFigureOut">
              <a:rPr lang="en-US" smtClean="0"/>
              <a:t>03/09/2026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FD752-0B29-4E5D-A6D1-0062E0426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926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ABCA9-7175-4547-B64E-61654353C671}" type="datetimeFigureOut">
              <a:rPr lang="en-US" smtClean="0"/>
              <a:t>03/09/2026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FD752-0B29-4E5D-A6D1-0062E0426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680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ABCA9-7175-4547-B64E-61654353C671}" type="datetimeFigureOut">
              <a:rPr lang="en-US" smtClean="0"/>
              <a:t>03/09/2026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FD752-0B29-4E5D-A6D1-0062E0426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218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9" y="2926080"/>
            <a:ext cx="7078027" cy="10241280"/>
          </a:xfrm>
        </p:spPr>
        <p:txBody>
          <a:bodyPr anchor="b"/>
          <a:lstStyle>
            <a:lvl1pPr>
              <a:defRPr sz="7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29738" y="6319530"/>
            <a:ext cx="11109960" cy="31191200"/>
          </a:xfrm>
        </p:spPr>
        <p:txBody>
          <a:bodyPr/>
          <a:lstStyle>
            <a:lvl1pPr>
              <a:defRPr sz="7680"/>
            </a:lvl1pPr>
            <a:lvl2pPr>
              <a:defRPr sz="6720"/>
            </a:lvl2pPr>
            <a:lvl3pPr>
              <a:defRPr sz="5760"/>
            </a:lvl3pPr>
            <a:lvl4pPr>
              <a:defRPr sz="4800"/>
            </a:lvl4pPr>
            <a:lvl5pPr>
              <a:defRPr sz="4800"/>
            </a:lvl5pPr>
            <a:lvl6pPr>
              <a:defRPr sz="4800"/>
            </a:lvl6pPr>
            <a:lvl7pPr>
              <a:defRPr sz="4800"/>
            </a:lvl7pPr>
            <a:lvl8pPr>
              <a:defRPr sz="4800"/>
            </a:lvl8pPr>
            <a:lvl9pPr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1619" y="13167360"/>
            <a:ext cx="7078027" cy="24394163"/>
          </a:xfrm>
        </p:spPr>
        <p:txBody>
          <a:bodyPr/>
          <a:lstStyle>
            <a:lvl1pPr marL="0" indent="0">
              <a:buNone/>
              <a:defRPr sz="3840"/>
            </a:lvl1pPr>
            <a:lvl2pPr marL="1097280" indent="0">
              <a:buNone/>
              <a:defRPr sz="3360"/>
            </a:lvl2pPr>
            <a:lvl3pPr marL="2194560" indent="0">
              <a:buNone/>
              <a:defRPr sz="2880"/>
            </a:lvl3pPr>
            <a:lvl4pPr marL="3291840" indent="0">
              <a:buNone/>
              <a:defRPr sz="2400"/>
            </a:lvl4pPr>
            <a:lvl5pPr marL="4389120" indent="0">
              <a:buNone/>
              <a:defRPr sz="2400"/>
            </a:lvl5pPr>
            <a:lvl6pPr marL="5486400" indent="0">
              <a:buNone/>
              <a:defRPr sz="2400"/>
            </a:lvl6pPr>
            <a:lvl7pPr marL="6583680" indent="0">
              <a:buNone/>
              <a:defRPr sz="2400"/>
            </a:lvl7pPr>
            <a:lvl8pPr marL="7680960" indent="0">
              <a:buNone/>
              <a:defRPr sz="2400"/>
            </a:lvl8pPr>
            <a:lvl9pPr marL="8778240" indent="0"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ABCA9-7175-4547-B64E-61654353C671}" type="datetimeFigureOut">
              <a:rPr lang="en-US" smtClean="0"/>
              <a:t>03/09/2026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FD752-0B29-4E5D-A6D1-0062E0426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359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9" y="2926080"/>
            <a:ext cx="7078027" cy="10241280"/>
          </a:xfrm>
        </p:spPr>
        <p:txBody>
          <a:bodyPr anchor="b"/>
          <a:lstStyle>
            <a:lvl1pPr>
              <a:defRPr sz="7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329738" y="6319530"/>
            <a:ext cx="11109960" cy="31191200"/>
          </a:xfrm>
        </p:spPr>
        <p:txBody>
          <a:bodyPr anchor="t"/>
          <a:lstStyle>
            <a:lvl1pPr marL="0" indent="0">
              <a:buNone/>
              <a:defRPr sz="7680"/>
            </a:lvl1pPr>
            <a:lvl2pPr marL="1097280" indent="0">
              <a:buNone/>
              <a:defRPr sz="6720"/>
            </a:lvl2pPr>
            <a:lvl3pPr marL="2194560" indent="0">
              <a:buNone/>
              <a:defRPr sz="5760"/>
            </a:lvl3pPr>
            <a:lvl4pPr marL="3291840" indent="0">
              <a:buNone/>
              <a:defRPr sz="4800"/>
            </a:lvl4pPr>
            <a:lvl5pPr marL="4389120" indent="0">
              <a:buNone/>
              <a:defRPr sz="4800"/>
            </a:lvl5pPr>
            <a:lvl6pPr marL="5486400" indent="0">
              <a:buNone/>
              <a:defRPr sz="4800"/>
            </a:lvl6pPr>
            <a:lvl7pPr marL="6583680" indent="0">
              <a:buNone/>
              <a:defRPr sz="4800"/>
            </a:lvl7pPr>
            <a:lvl8pPr marL="7680960" indent="0">
              <a:buNone/>
              <a:defRPr sz="4800"/>
            </a:lvl8pPr>
            <a:lvl9pPr marL="8778240" indent="0">
              <a:buNone/>
              <a:defRPr sz="4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1619" y="13167360"/>
            <a:ext cx="7078027" cy="24394163"/>
          </a:xfrm>
        </p:spPr>
        <p:txBody>
          <a:bodyPr/>
          <a:lstStyle>
            <a:lvl1pPr marL="0" indent="0">
              <a:buNone/>
              <a:defRPr sz="3840"/>
            </a:lvl1pPr>
            <a:lvl2pPr marL="1097280" indent="0">
              <a:buNone/>
              <a:defRPr sz="3360"/>
            </a:lvl2pPr>
            <a:lvl3pPr marL="2194560" indent="0">
              <a:buNone/>
              <a:defRPr sz="2880"/>
            </a:lvl3pPr>
            <a:lvl4pPr marL="3291840" indent="0">
              <a:buNone/>
              <a:defRPr sz="2400"/>
            </a:lvl4pPr>
            <a:lvl5pPr marL="4389120" indent="0">
              <a:buNone/>
              <a:defRPr sz="2400"/>
            </a:lvl5pPr>
            <a:lvl6pPr marL="5486400" indent="0">
              <a:buNone/>
              <a:defRPr sz="2400"/>
            </a:lvl6pPr>
            <a:lvl7pPr marL="6583680" indent="0">
              <a:buNone/>
              <a:defRPr sz="2400"/>
            </a:lvl7pPr>
            <a:lvl8pPr marL="7680960" indent="0">
              <a:buNone/>
              <a:defRPr sz="2400"/>
            </a:lvl8pPr>
            <a:lvl9pPr marL="8778240" indent="0"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ABCA9-7175-4547-B64E-61654353C671}" type="datetimeFigureOut">
              <a:rPr lang="en-US" smtClean="0"/>
              <a:t>03/09/2026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FD752-0B29-4E5D-A6D1-0062E0426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825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ABCA9-7175-4547-B64E-61654353C671}" type="datetimeFigureOut">
              <a:rPr lang="en-US" smtClean="0"/>
              <a:t>03/09/2026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FD752-0B29-4E5D-A6D1-0062E0426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704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704821" y="2336800"/>
            <a:ext cx="4732020" cy="37195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08761" y="2336800"/>
            <a:ext cx="13921740" cy="37195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ABCA9-7175-4547-B64E-61654353C671}" type="datetimeFigureOut">
              <a:rPr lang="en-US" smtClean="0"/>
              <a:t>03/09/2026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FD752-0B29-4E5D-A6D1-0062E0426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261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08760" y="2336810"/>
            <a:ext cx="18928080" cy="8483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08760" y="11684000"/>
            <a:ext cx="18928080" cy="2784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08760" y="40680650"/>
            <a:ext cx="493776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1ABCA9-7175-4547-B64E-61654353C671}" type="datetimeFigureOut">
              <a:rPr lang="en-US" smtClean="0"/>
              <a:t>03/09/2026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69480" y="40680650"/>
            <a:ext cx="740664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499080" y="40680650"/>
            <a:ext cx="493776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FD752-0B29-4E5D-A6D1-0062E0426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96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94560" rtl="0" eaLnBrk="1" latinLnBrk="0" hangingPunct="1">
        <a:lnSpc>
          <a:spcPct val="90000"/>
        </a:lnSpc>
        <a:spcBef>
          <a:spcPct val="0"/>
        </a:spcBef>
        <a:buNone/>
        <a:defRPr sz="105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48640" indent="-548640" algn="l" defTabSz="219456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672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8404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93776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603504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71323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82296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93268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2pPr>
      <a:lvl3pPr marL="21945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3pPr>
      <a:lvl4pPr marL="32918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38912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548640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65836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76809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87782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jpg"/><Relationship Id="rId16" Type="http://schemas.openxmlformats.org/officeDocument/2006/relationships/image" Target="../media/image15.tmp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9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3CA7AB5C-C4D5-56CB-3479-DD0E4F3A9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07059"/>
            <a:ext cx="21945600" cy="2631441"/>
          </a:xfrm>
        </p:spPr>
        <p:txBody>
          <a:bodyPr>
            <a:normAutofit/>
          </a:bodyPr>
          <a:lstStyle/>
          <a:p>
            <a:pPr algn="ctr"/>
            <a:r>
              <a:rPr lang="en-US" sz="9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Computer Studies, Hinthada</a:t>
            </a:r>
          </a:p>
        </p:txBody>
      </p:sp>
      <p:sp>
        <p:nvSpPr>
          <p:cNvPr id="2" name="Title 10">
            <a:extLst>
              <a:ext uri="{FF2B5EF4-FFF2-40B4-BE49-F238E27FC236}">
                <a16:creationId xmlns:a16="http://schemas.microsoft.com/office/drawing/2014/main" id="{E8F6DCF7-49D8-3F07-2571-1862AD9AC4C6}"/>
              </a:ext>
            </a:extLst>
          </p:cNvPr>
          <p:cNvSpPr txBox="1">
            <a:spLocks/>
          </p:cNvSpPr>
          <p:nvPr/>
        </p:nvSpPr>
        <p:spPr>
          <a:xfrm>
            <a:off x="1" y="7679277"/>
            <a:ext cx="21945600" cy="19790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21945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5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Leave Management System </a:t>
            </a:r>
          </a:p>
        </p:txBody>
      </p:sp>
      <p:sp>
        <p:nvSpPr>
          <p:cNvPr id="26" name="Title 10">
            <a:extLst>
              <a:ext uri="{FF2B5EF4-FFF2-40B4-BE49-F238E27FC236}">
                <a16:creationId xmlns:a16="http://schemas.microsoft.com/office/drawing/2014/main" id="{6751FDB4-942B-1273-165D-3250FA2114E3}"/>
              </a:ext>
            </a:extLst>
          </p:cNvPr>
          <p:cNvSpPr txBox="1">
            <a:spLocks/>
          </p:cNvSpPr>
          <p:nvPr/>
        </p:nvSpPr>
        <p:spPr>
          <a:xfrm>
            <a:off x="5461268" y="9950029"/>
            <a:ext cx="11285292" cy="1169078"/>
          </a:xfrm>
          <a:prstGeom prst="rect">
            <a:avLst/>
          </a:prstGeom>
          <a:solidFill>
            <a:srgbClr val="1DAAA6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21945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5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</p:txBody>
      </p:sp>
      <p:sp>
        <p:nvSpPr>
          <p:cNvPr id="29" name="Title 10">
            <a:extLst>
              <a:ext uri="{FF2B5EF4-FFF2-40B4-BE49-F238E27FC236}">
                <a16:creationId xmlns:a16="http://schemas.microsoft.com/office/drawing/2014/main" id="{13FB568A-7DFA-EDE9-71AB-2981B4C34CDB}"/>
              </a:ext>
            </a:extLst>
          </p:cNvPr>
          <p:cNvSpPr txBox="1">
            <a:spLocks/>
          </p:cNvSpPr>
          <p:nvPr/>
        </p:nvSpPr>
        <p:spPr>
          <a:xfrm>
            <a:off x="5461268" y="22145984"/>
            <a:ext cx="11285292" cy="1247058"/>
          </a:xfrm>
          <a:prstGeom prst="rect">
            <a:avLst/>
          </a:prstGeom>
          <a:solidFill>
            <a:srgbClr val="1DAAA6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21945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5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sp>
        <p:nvSpPr>
          <p:cNvPr id="31" name="Title 10">
            <a:extLst>
              <a:ext uri="{FF2B5EF4-FFF2-40B4-BE49-F238E27FC236}">
                <a16:creationId xmlns:a16="http://schemas.microsoft.com/office/drawing/2014/main" id="{63E52359-5733-B7C1-F52F-95CB5B50F537}"/>
              </a:ext>
            </a:extLst>
          </p:cNvPr>
          <p:cNvSpPr txBox="1">
            <a:spLocks/>
          </p:cNvSpPr>
          <p:nvPr/>
        </p:nvSpPr>
        <p:spPr>
          <a:xfrm>
            <a:off x="5461268" y="32431889"/>
            <a:ext cx="11285292" cy="1330691"/>
          </a:xfrm>
          <a:prstGeom prst="rect">
            <a:avLst/>
          </a:prstGeom>
          <a:solidFill>
            <a:srgbClr val="1DAAA6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21945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5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Technology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28A0690-356C-A238-D9C1-F42B76F2904D}"/>
              </a:ext>
            </a:extLst>
          </p:cNvPr>
          <p:cNvGrpSpPr/>
          <p:nvPr/>
        </p:nvGrpSpPr>
        <p:grpSpPr>
          <a:xfrm>
            <a:off x="1868063" y="33934401"/>
            <a:ext cx="18209475" cy="9692640"/>
            <a:chOff x="2325794" y="33410228"/>
            <a:chExt cx="17556480" cy="969264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B73A193-B0DC-FE3E-4ED9-52CC7084F89E}"/>
                </a:ext>
              </a:extLst>
            </p:cNvPr>
            <p:cNvSpPr/>
            <p:nvPr/>
          </p:nvSpPr>
          <p:spPr>
            <a:xfrm>
              <a:off x="2325794" y="33410228"/>
              <a:ext cx="17556480" cy="96926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02A544DE-FD4A-60FD-CC4F-91863E01D2A0}"/>
                </a:ext>
              </a:extLst>
            </p:cNvPr>
            <p:cNvSpPr/>
            <p:nvPr/>
          </p:nvSpPr>
          <p:spPr>
            <a:xfrm>
              <a:off x="4578029" y="35120139"/>
              <a:ext cx="14630400" cy="1005840"/>
            </a:xfrm>
            <a:prstGeom prst="roundRect">
              <a:avLst>
                <a:gd name="adj" fmla="val 22992"/>
              </a:avLst>
            </a:prstGeom>
            <a:solidFill>
              <a:srgbClr val="1572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CSS3 styles web page elements with modern, visually appealing layouts.</a:t>
              </a:r>
              <a:endParaRPr lang="en-US" sz="3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A1DE0BDC-5175-CC9F-EBE6-DB48E96DC171}"/>
                </a:ext>
              </a:extLst>
            </p:cNvPr>
            <p:cNvSpPr/>
            <p:nvPr/>
          </p:nvSpPr>
          <p:spPr>
            <a:xfrm>
              <a:off x="4599166" y="36637916"/>
              <a:ext cx="14630400" cy="1054726"/>
            </a:xfrm>
            <a:prstGeom prst="roundRect">
              <a:avLst>
                <a:gd name="adj" fmla="val 22992"/>
              </a:avLst>
            </a:prstGeom>
            <a:solidFill>
              <a:srgbClr val="F0DB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JavaScript ES6+ adds modern syntax and dynamic functionality to applications.</a:t>
              </a:r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48CCBD5B-565F-0566-6C9B-20E70B0EC573}"/>
                </a:ext>
              </a:extLst>
            </p:cNvPr>
            <p:cNvSpPr/>
            <p:nvPr/>
          </p:nvSpPr>
          <p:spPr>
            <a:xfrm>
              <a:off x="4633545" y="33793790"/>
              <a:ext cx="14630400" cy="1005840"/>
            </a:xfrm>
            <a:prstGeom prst="roundRect">
              <a:avLst>
                <a:gd name="adj" fmla="val 22992"/>
              </a:avLst>
            </a:prstGeom>
            <a:solidFill>
              <a:srgbClr val="F1652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HTML5 structures web content clearly for display on modern browsers.</a:t>
              </a:r>
            </a:p>
          </p:txBody>
        </p:sp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C3A7B056-8FE0-5E13-6DDB-D1752C6E4039}"/>
                </a:ext>
              </a:extLst>
            </p:cNvPr>
            <p:cNvSpPr/>
            <p:nvPr/>
          </p:nvSpPr>
          <p:spPr>
            <a:xfrm>
              <a:off x="4578029" y="38179854"/>
              <a:ext cx="14630400" cy="1054727"/>
            </a:xfrm>
            <a:prstGeom prst="roundRect">
              <a:avLst>
                <a:gd name="adj" fmla="val 22992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Tailwind CSS provides utility classes to style interfaces directly inside markup.</a:t>
              </a:r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CD5DF302-6C8B-DA35-CD53-628BC11A3016}"/>
                </a:ext>
              </a:extLst>
            </p:cNvPr>
            <p:cNvSpPr/>
            <p:nvPr/>
          </p:nvSpPr>
          <p:spPr>
            <a:xfrm>
              <a:off x="4633544" y="39659963"/>
              <a:ext cx="14630400" cy="1005841"/>
            </a:xfrm>
            <a:prstGeom prst="roundRect">
              <a:avLst>
                <a:gd name="adj" fmla="val 26769"/>
              </a:avLst>
            </a:prstGeom>
            <a:solidFill>
              <a:srgbClr val="FF525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Laravel is an elegant PHP framework built for scalable web development.</a:t>
              </a:r>
            </a:p>
          </p:txBody>
        </p:sp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D733C85A-51C9-B0F8-6C2E-580949B37C6F}"/>
                </a:ext>
              </a:extLst>
            </p:cNvPr>
            <p:cNvSpPr/>
            <p:nvPr/>
          </p:nvSpPr>
          <p:spPr>
            <a:xfrm>
              <a:off x="4615859" y="41330382"/>
              <a:ext cx="14630400" cy="1054727"/>
            </a:xfrm>
            <a:prstGeom prst="roundRect">
              <a:avLst>
                <a:gd name="adj" fmla="val 22992"/>
              </a:avLst>
            </a:prstGeom>
            <a:solidFill>
              <a:srgbClr val="26CE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sz="3600" spc="-150" dirty="0">
                  <a:ln w="3175">
                    <a:noFill/>
                  </a:ln>
                  <a:latin typeface="Times New Roman" panose="02020603050405020304" pitchFamily="18" charset="0"/>
                  <a:cs typeface="Times New Roman" panose="02020603050405020304" pitchFamily="18" charset="0"/>
                </a:rPr>
                <a:t>MySQL securely manages structured application data using relational database tables.</a:t>
              </a:r>
              <a:endParaRPr lang="en-US" sz="3400" spc="-150" dirty="0">
                <a:ln w="3175">
                  <a:noFill/>
                </a:ln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973842" y="11279935"/>
            <a:ext cx="15997916" cy="1064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A403E3C-8668-3924-AABA-3F3C3482FC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65201" y="38468762"/>
            <a:ext cx="1400330" cy="140033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E24DD70-2922-2B53-6421-37258A39A0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28363" y="41666143"/>
            <a:ext cx="1192703" cy="119270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742D72D-319A-B4F2-A8D7-BE7004B9F34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66969" y="40040913"/>
            <a:ext cx="1192703" cy="1192703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4C89358D-5FA0-67EC-DAFE-0313DF2FB1D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566969" y="37162089"/>
            <a:ext cx="1099129" cy="1099129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7404F36F-9F40-5916-7F79-0E4101AB5A3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566969" y="34216830"/>
            <a:ext cx="1201461" cy="1201461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A4878564-788D-FB21-DC04-F4E4B788218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566969" y="35588386"/>
            <a:ext cx="1201461" cy="120146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BE18684-D280-8497-A4D2-F5BF44E7182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21" t="10944" r="11805" b="4007"/>
          <a:stretch>
            <a:fillRect/>
          </a:stretch>
        </p:blipFill>
        <p:spPr>
          <a:xfrm>
            <a:off x="8520545" y="2693880"/>
            <a:ext cx="4904509" cy="54049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6F9BE14-DB35-F099-261B-CA8F18C4F22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5145" y="23960899"/>
            <a:ext cx="16106614" cy="822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793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2089</TotalTime>
  <Words>85</Words>
  <Application>Microsoft Office PowerPoint</Application>
  <PresentationFormat>Custom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University of Computer Studies, Hinthada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Daw Win Lei Kay Khine</dc:creator>
  <cp:lastModifiedBy>Su Wai Hnin</cp:lastModifiedBy>
  <cp:revision>58</cp:revision>
  <dcterms:created xsi:type="dcterms:W3CDTF">2023-03-25T16:02:51Z</dcterms:created>
  <dcterms:modified xsi:type="dcterms:W3CDTF">2026-09-03T06:14:32Z</dcterms:modified>
</cp:coreProperties>
</file>